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artifacts/results/dsh-secops-adoption-20260911/SLIDE-REVIEW.md
Presentazione unica derivata dalle due fonti richieste. La scelta privilegia qualità, profondità investigativa e verificabilità. Non certifica capacità operative non ancora provate.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artifacts/results/dsh-secops-adoption-20260911/SLIDE-REVIEW.md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12 coppie HA è un dato fornito dal responsabile. La prima verticale non interroga automaticamente tutte le coppie.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docs/architecture.md
artifacts/results/dsh-secops-adoption-20260911/REPORT.md
artifacts/plugins/gh-genai-traces/README.md
Non è una classifica universale tra framework. La scelta usa capacità verificabili e investimento esistente nel fork. MCP e motori durevoli non sono prerequisiti.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packages/sdk/client/README.md
packages/core/tools/README.md
artifacts/results/dsh-secops-adoption-20260911/REPORT.md
sdk-minimal è shell-only e danger-full-access; omette molte capacità del profilo completo. Non è il template SecOps raccomandato. ACP solo per un client che lo richiede.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docs/architecture.md
packages/sdk/client/README.md
artifacts/results/dsh-secops-adoption-20260911/REPORT.md
artifacts/plugins/gh-genai-traces/README.md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packages/core/tools/README.md
packages/code-runtime/code-runtime-worker-thread/README.md
docs/architecture.md
Gli altri numeri sono default shipped del worker, non dimensionamento SecOps. Verificare le righe esistenti: config viene sostituito interamente, non deep-merged. Overlay ordine bundle → profilo → home → per-lancio. DSH_TOOLS_MODE non è un interruttore universale SDK. Config startup-only per i template SDK/headless, diversamente da Web.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packages/sdk/client/README.md
Snippet di avvio, non servizio completo: richiede overlay preparato, provider/modello registrati, skill e tool montati. maxTokens limita output per richiesta root, non il budget caso. SDK avvia un runtime Node separato; InspectX Bun è eseguibile separato. Nessuna chiamata live eseguita per questo esempio.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packages/sdk/client/README.md
artifacts/results/dsh-secops-adoption-20260911/REPORT.md
Senza sessionId run crea una nuova sessione. Timeout RPC diverso da deadline del job. SDK env fornito sostituisce l’intero ambiente. Scope preapprovato; richieste ulteriori needs-input perché manca il dialogo server→client completo di approvazione SDK.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packages/core/tools/README.md
Questi nomi non sono API shipped. Non offrire solo riassunti precostituiti: mantenere selezioni e aggregazioni espressive. Tool al livello dell’operazione investigativa, non wrapper di ogni flag né comando shell arbitrario.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InspectX: docs/cli-investigations.md; docs/development-contracts.md; docs/configuration-context.md
artifacts/results/dsh-secops-adoption-20260911/REPORT.md
InspectX in sviluppo: questa è la responsabilità target dell’integrazione, non un audit delle lacune odierne. Acquisizione via FAZ e contesto FMG in lettura.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InspectX: docs/cli-investigations.md; docs/development-contracts.md; docs/configuration-context.md
Comandi documentati; non eseguiti su apparati. JSONL richiede metadata terminale. Multi-device logs può condividere task e cap globale; SQL/FortiView non hanno lo stesso supporto. La completezza va interpretata per endpoint, non genericamente.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InspectX: docs/cli-investigations.md; docs/development-contracts.md; docs/configuration-context.md
artifacts/results/dsh-secops-adoption-20260911/REPORT.md
Codici InspectX documentati: 1 esecuzione, 2 connessione/config, 3 completezza richiesta non provata, 130 interruzione. Aggregati sulle righe non equivalgono a sessioni uniche o top-N globale.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packages/core/tools/README.md
packages/code-runtime/code-runtime-worker-thread/README.md
artifacts/results/dsh-secops-adoption-20260911/REPORT.md
La pipeline DSH resta applicata alle subcall dei binding. Il programma non rende corretta una correlazione semanticamente sbagliata. Programmi lunghi non sostituiscono i passi di interpretazione.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packages/core/tools/README.md
packages/code-runtime/code-runtime-worker-thread/README.md
artifacts/results/dsh-secops-adoption-20260911/REPORT.md
Il codice è verificato offline con fixture: precisione oltre Number.MAX_SAFE_INTEGER e preservazione di partial. L’interfaccia proposta restituisce sentBytes decimale non negativo e completeness; parsing/validazione avviene nel tool. Non esegue una deduplica HA, non misura WAN throughput e non dimostra il volume end-to-end. Solo sintassi TypeScript erasable nei programmi.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Le condizioni quantitative sono esplicite; quando occorre giudizio verticale, terminare run_code e lasciare al modello la scelta. Salvare codice e input delle trasformazioni, non solo la descrizione.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packages/skill/skill-filesystem/README.md; packages/skill/tool-skill/README.md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packages/skill/skill-filesystem/README.md; packages/skill/tool-skill/README.md
artifacts/results/dsh-secops-adoption-20260911/REPORT.md
Il blocco unisce overlay YAML e contenuto di un file separato per illustrare il mounting. Non è un unico file da incollare. Discovery diretta delle directory, non ricorsiva. La skill base entra via /secops-investigation; in PTC il risultato del loader non va scartato. Accettazione: contenuto presente nella richiesta model-visible registrata.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Ogni skill necessita esempi dell’esperto network, falsi indizi, criteri di approfondimento e controprove. Non basta inserire massime generiche in SKILL.md.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File versionati o database relazionale possono bastare per il primo set. Grafo utile per percorsi complessi, non imposto dal numero di firewall. Nearest-neighbor semantico non decide appartenenza IP/subnet.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Esempio sintetico. Owner network/plant approvano i fatti della KB. L’agente propone riconciliazioni, non rende autorizzato ciò che osserva.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Matrice illustrativa, non dati degli apparati. Anche raccolta complete non prova completezza del logging. L’aggregato aziendale non deve nascondere una fonte parziale.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artifacts/plugins/gh-genai-traces/README.md
artifacts/results/dsh-secops-adoption-20260911/REPORT.md
Overlay lib/overlay.yml generato: enable esplicito e sostituzione della telemetry stock. Overlay rich-redacted + feedback; mounting diretto default metadata. Non attestiamo deployment in produzione.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artifacts/plugins/gh-genai-traces/README.md
artifacts/results/dsh-secops-adoption-20260911/REPORT.md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artifacts/plugins/gh-genai-traces/README.md
artifacts/results/dsh-secops-adoption-20260911/REPORT.md
Mapping v4, candidate v3 Session V3 nella base esaminata. Limite attributo contenuto 65536, stream 262144; evitare di usare span come archivio export. Feedback dsh.user_rating HUMAN 1/0. Reconciliation POSIX flock; feedback enabled rifiutato su Windows. Nuova prova PTC richiesta, non ripetizione delle campagne storiche.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Esempio sintetico abbreviato: la versione completa include requested/effective scope, finestra, coverage e fonte di ogni osservazione. DSH SDK non espone un parametro universale di structured output finale; route nel fork supportsStrictMode:false. Riparazione limitata, nessun successo da parsing del solo testo.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artifacts/plugins/gh-genai-traces/README.md
Un log append-only non è automaticamente WORM o attestazione crittografica. Eventuali requisiti di autenticità e retention richiedono controlli di storage espliciti, tarati sull’uso.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Stati proposti: complete, partial, needs-input, failed, cancelled. Session checkpoint non riprende lo stack di un tool né garantisce exactly-once. hash(sessionId,toolCallId) non è idempotenza di business. Scheduler durevole quando servono attese lunghe, coordinamento distribuito e retry affidabili.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packages/core/tools/README.md
artifacts/results/dsh-secops-adoption-20260911/REPORT.md
G0–G4 sono verifiche deterministiche proposte. G5 è giudizio umano e non va chiamato deterministico. Un gate non dimostra il significato di una conclusione: usa predicati espliciti. La policy di un caso decide se partial può essere consegnato, senza promuoverlo a complete.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packages/core/tools/README.md
docs/architecture.md
artifacts/results/dsh-secops-adoption-20260911/REPORT.md
Hook tools/pre-execute waterfall delega con next(); guard sincrono monotono non può essere scavalcato da listener successivi. tools/execute wrapper per dispatch, post-execute e finalize prima di tools/result congelato. Tool registry disposer tramite ctx.effect. ToolDefinition non ha sideEffecting. L’accesso Node diretto è governato dall’ambiente, non da questi guard.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Funzione pura illustrativa verificata con fixture positive e negative. matched+missing conta righe sorgente; ambiguous segnala più candidati per una chiave. Byte totali conservati sullo stesso campo e unità. Il predicato non attesta l’identità: verifica i risultati dell’audit prodotto dal motore deterministico.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InspectX: docs/cli-investigations.md; docs/development-contracts.md; docs/configuration-context.md
packages/code-runtime/code-runtime-worker-thread/README.md
Policy da realizzare, non promessa di retry automatico shipped. Evitare moltiplicazione tra retry CLI, adapter, runtime e modello: un owner per classe con budget condiviso. Non mappare tutti gli errori a retryable=true. Tentativi, motivi, delay ed esiti entrano nel trace.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differiti.Policy proposta: exponential backoff con full jitter, Retry-After solo se disponibile e affidabile. Parametri configurabili; nessun numero universale. Circuit breaker su errori transitori della fonte, non sui finding negativi. Half-open con prova limitata. Ammissione atomica di quote e riconciliazione della riserva dopo crash.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Meccaniche proposte: operationId distinto da toolCallId; chiave query canonica + scope + intervallo assoluto + versioni semantiche non autorizza cache eterna. Riuso solo secondo freschezza/snapshot richiesti. Evidence sealed è stato applicativo, non funzionalità DSH. Commit atomico nel registro casi; retry di submit restituisce il risultato già accettato se payload uguale, conflitto se diverso.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Assenza di nuove evidence ID non prova che ulteriore ragionamento sia inutile: il controllo di progressione combina contatori deterministici e giudizio del lead. Specialisti dopo confronto lead-only: il loro valore è trovare errori o prove aggiuntive. Nessun agente per firewall obbligatorio.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artifacts/plugins/gh-genai-traces/README.md
Test mirati futuri della verticale, con fixture ed executor simulati. Non sono stati eseguiti nella creazione delle slide. Separare test dei predicati e fault injection applicativa da evaluation del ragionamento.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packages/sdk/client/README.md
packages/core/tools/README.md
packages/code-runtime/code-runtime-worker-thread/README.md
artifacts/results/dsh-secops-adoption-20260911/REPORT.md
pre-step usa step da 1: step &gt; N per consentire N step. Limite sub-call tools e limite tool-call loop distinti. Non assumere che un guard per step conti retry e compaction. Valori calibrati sulle indagini, non dal vecchio benchmark.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packages/code-runtime/code-runtime-worker-thread/README.md
artifacts/results/dsh-secops-adoption-20260911/REPORT.md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differiti.Worker PTC espone Node: i binding non sono l’unico accesso possibile. Il thread non è una sandbox host. Credenziali/config/scope non sono scelti dal modello. Ambiente protetto assunto dall’utente. Deployment non eseguito.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Congelare modello/route/template, versioni tool/skill/KB e budget. Replay deterministico verifica integrazione; eval con modello misura capacità. Non promettere superiorità PTC prima dei trial self-hosted. Nessuna soglia universale 95% o numerosità fissa.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Dataset rappresentativo con esperti network; split per caso/famiglia evitando contaminazione tra incidenti correlati. Lead+specialista è un esperimento successivo: aggiungerlo quando migliora giudizio e controprove, non per assegnare un agente a ogni firewall.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Ruoli proposti, non assegnazioni nominali o stime di durata. Il CLI può evolvere in parallelo. Primo incremento osservabile integra il plugin; la riga 4 è accettazione specifica, non rinvio dell’osservabilità. Deployment e training rimangono differiti.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
artifacts/results/dsh-secops-adoption-20260911/REPORT.md
artifacts/results/dsh-secops-adoption-20260911/SLIDE-REVIEW.md
docs/architecture.md
packages/sdk/client/README.md
packages/core/tools/README.md
packages/code-runtime/code-runtime-worker-thread/README.md
packages/skill/skill-filesystem/README.md; packages/skill/tool-skill/README.md
InspectX: docs/cli-investigations.md; docs/development-contracts.md; docs/configuration-context.md
artifacts/plugins/gh-genai-traces/README.md
Percorsi completi nelle note delle singole slide. Questa presentazione è un blueprint tecnico, non attestazione di deployment. Nessuna statistica di mercato usata come prova dell’efficacia sul workload. Le capacità dichiarate restano legate alle revisioni indicate.
Base tecnica: DSH 77b16a8229f07790d91771622173a397c711ba67; InspectX 384c670. Documenti di sintesi e revisione datati 11 settembre 2026. Nomi secops_* e profili secops-sdk/secops-headless sono proposte salvo indicazione diversa. Esempi organizzativi sintetici. Deployment e training differiti.VERIFICHE DELLA PRESENTAZIONE: controllo TypeScript strict degli esempi SDK e PTC contro i sorgenti del checkout; fixture offline per somma oltre 2^53, propagazione partial e gate join (caso valido e tre violazioni). Validazione OOXML e controllo del rendering LibreOffice su tutte le slide. Queste verifiche non attestano l’implementazione del servizio SecOps né esecuzioni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TECHNICAL BLUEPRINT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primo agente SecOps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084832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TypeScript + PTC + InspectX</a:t>
            </a: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548640" y="3593592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investigative · KB aziendale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gh-genai-traces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48640" y="528523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 domanda al dossier verificabile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229600" y="2057400"/>
            <a:ext cx="1737360" cy="1005840"/>
          </a:xfrm>
          <a:prstGeom prst="ellipse">
            <a:avLst/>
          </a:prstGeom>
          <a:solidFill>
            <a:srgbClr val="1C2D35"/>
          </a:solidFill>
          <a:ln w="19050">
            <a:solidFill>
              <a:srgbClr val="6BE3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57616" y="24231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692640" y="3337560"/>
            <a:ext cx="1737360" cy="1005840"/>
          </a:xfrm>
          <a:prstGeom prst="ellipse">
            <a:avLst/>
          </a:prstGeom>
          <a:solidFill>
            <a:srgbClr val="1C2D35"/>
          </a:solidFill>
          <a:ln w="19050">
            <a:solidFill>
              <a:srgbClr val="6BE3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20656" y="370332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CALCOLO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955280" y="4663440"/>
            <a:ext cx="1737360" cy="1005840"/>
          </a:xfrm>
          <a:prstGeom prst="ellipse">
            <a:avLst/>
          </a:prstGeom>
          <a:solidFill>
            <a:srgbClr val="1C2D35"/>
          </a:solidFill>
          <a:ln w="19050">
            <a:solidFill>
              <a:srgbClr val="6BE3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83296" y="50292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EVIDENZE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4000" y="3108960"/>
            <a:ext cx="822960" cy="22860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 flipH="1">
            <a:off x="9235440" y="4370832"/>
            <a:ext cx="502920" cy="292608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 flipV="1">
            <a:off x="8138160" y="3200400"/>
            <a:ext cx="457200" cy="137160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decisione: capacità analitica prima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+ SDK TypeScript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809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possiede il ciclo agente e la storia.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servizio possiede indagini, scope, stato e accettazione del dossier.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32816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4761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PTC come candidato principale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54761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 per correlazioni e acquisizioni condizionali.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e both sullo stesso set di eval; superiorità sul Qwen self-hosted da misurare.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10768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713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Conoscenza e verifica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32713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InspectX calcola; skill guidano; KB contestualizza.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Trace, prove e review determinano quali revisioni adottare.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verticale: egress con correlazioni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Domanda tecnica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809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 flussi di una subnet OT verso WAN meritano verifica nel periodo T?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 dipendenze east-west li spiegano?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32816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4761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Perimetro rappresentativo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54761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Almeno due plant e un caso HA.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Host, ADOM, device, VDOM, timezone e interfacce risolti prima dell’acquisizione.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10768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713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utilizzabile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32713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sostenuti da evidenze, controprove, copertura per fonte e limiti.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Controlli di compliance nominati; giudizio dell’analista.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SCELTA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Perché DSH è adatto al nostro progetto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84248"/>
            <a:ext cx="2263140" cy="644652"/>
          </a:xfrm>
          <a:prstGeom prst="roundRect">
            <a:avLst>
              <a:gd name="adj" fmla="val 1985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2093976"/>
            <a:ext cx="202082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Capacità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834640" y="1984248"/>
            <a:ext cx="4366260" cy="644652"/>
          </a:xfrm>
          <a:prstGeom prst="roundRect">
            <a:avLst>
              <a:gd name="adj" fmla="val 1985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62656" y="2093976"/>
            <a:ext cx="412394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nel primo agente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223760" y="1984248"/>
            <a:ext cx="4366260" cy="644652"/>
          </a:xfrm>
          <a:prstGeom prst="roundRect">
            <a:avLst>
              <a:gd name="adj" fmla="val 1985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51776" y="2093976"/>
            <a:ext cx="412394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Lavoro nostro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28900"/>
            <a:ext cx="226314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2738628"/>
            <a:ext cx="202082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Composizione Cordis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834640" y="2628900"/>
            <a:ext cx="436626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62656" y="2738628"/>
            <a:ext cx="412394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Tool, provider, skill, guard come plugin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223760" y="2628900"/>
            <a:ext cx="436626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51776" y="2738628"/>
            <a:ext cx="412394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e profili SecOps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273552"/>
            <a:ext cx="226314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" y="3383280"/>
            <a:ext cx="202082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+ sessioni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834640" y="3273552"/>
            <a:ext cx="436626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62656" y="3383280"/>
            <a:ext cx="412394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Controllo applicativo e follow-up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223760" y="3273552"/>
            <a:ext cx="436626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51776" y="3383280"/>
            <a:ext cx="412394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casi e supervisore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3918204"/>
            <a:ext cx="226314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656" y="4027932"/>
            <a:ext cx="202082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/ PTC / both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2834640" y="3918204"/>
            <a:ext cx="436626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962656" y="4027932"/>
            <a:ext cx="412394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Stessi tool, strategie confrontabili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223760" y="3918204"/>
            <a:ext cx="436626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51776" y="4027932"/>
            <a:ext cx="412394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 analitiche ed eval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4562856"/>
            <a:ext cx="226314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6656" y="4672584"/>
            <a:ext cx="202082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Storia model-visible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2834640" y="4562856"/>
            <a:ext cx="436626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962656" y="4672584"/>
            <a:ext cx="412394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Ricostruzione di richieste e risultati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223760" y="4562856"/>
            <a:ext cx="436626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351776" y="4672584"/>
            <a:ext cx="412394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Archivio evidenze e correlazione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48640" y="5207508"/>
            <a:ext cx="226314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76656" y="5317236"/>
            <a:ext cx="202082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gh-genai-traces nel fork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2834640" y="5207508"/>
            <a:ext cx="436626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962656" y="5317236"/>
            <a:ext cx="412394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Review, replay e curation riutilizzabili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7223760" y="5207508"/>
            <a:ext cx="436626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351776" y="5317236"/>
            <a:ext cx="412394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Accettazione della verticale PTC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FONDAMENTA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e PTC rispondono a domande diverse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84248"/>
            <a:ext cx="2263140" cy="644652"/>
          </a:xfrm>
          <a:prstGeom prst="roundRect">
            <a:avLst>
              <a:gd name="adj" fmla="val 1985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2093976"/>
            <a:ext cx="202082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834640" y="1984248"/>
            <a:ext cx="3771900" cy="644652"/>
          </a:xfrm>
          <a:prstGeom prst="roundRect">
            <a:avLst>
              <a:gd name="adj" fmla="val 1985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62656" y="2093976"/>
            <a:ext cx="352958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Opzioni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29400" y="1984248"/>
            <a:ext cx="4960620" cy="644652"/>
          </a:xfrm>
          <a:prstGeom prst="roundRect">
            <a:avLst>
              <a:gd name="adj" fmla="val 1985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57416" y="2093976"/>
            <a:ext cx="471830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Scelta operativa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28900"/>
            <a:ext cx="226314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2738628"/>
            <a:ext cx="202082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controlla DSH?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834640" y="2628900"/>
            <a:ext cx="377190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62656" y="2738628"/>
            <a:ext cx="352958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· headless · Web · ACP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29400" y="2628900"/>
            <a:ext cx="496062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57416" y="2738628"/>
            <a:ext cx="471830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per il servizio; headless per batch/eval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273552"/>
            <a:ext cx="226314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" y="3383280"/>
            <a:ext cx="202082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invocare i tool?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834640" y="3273552"/>
            <a:ext cx="377190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62656" y="3383280"/>
            <a:ext cx="352958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· ptc · both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629400" y="3273552"/>
            <a:ext cx="496062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57416" y="3383280"/>
            <a:ext cx="471830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PTC principale; confronto sulle stesse evidenze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3918204"/>
            <a:ext cx="226314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656" y="4027932"/>
            <a:ext cx="202082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Dove vivono i tool?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2834640" y="3918204"/>
            <a:ext cx="377190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962656" y="4027932"/>
            <a:ext cx="352958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nel processo DSH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629400" y="3918204"/>
            <a:ext cx="496062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57416" y="4027932"/>
            <a:ext cx="471830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InspectX e lookup KB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4562856"/>
            <a:ext cx="226314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6656" y="4672584"/>
            <a:ext cx="202082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Quale UI?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2834640" y="4562856"/>
            <a:ext cx="377190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962656" y="4672584"/>
            <a:ext cx="352958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del servizio o composizione Web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629400" y="4562856"/>
            <a:ext cx="496062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757416" y="4672584"/>
            <a:ext cx="471830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Separata dalla modalità PTC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48640" y="5207508"/>
            <a:ext cx="226314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76656" y="5317236"/>
            <a:ext cx="202082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Quale linguaggio?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2834640" y="5207508"/>
            <a:ext cx="377190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962656" y="5317236"/>
            <a:ext cx="352958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TypeScript o Python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6629400" y="5207508"/>
            <a:ext cx="496062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757416" y="5317236"/>
            <a:ext cx="471830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TypeScript; runtime PTC TS/Node distinto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Architettura: responsabilità esplicite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3017520" cy="1097280"/>
          </a:xfrm>
          <a:prstGeom prst="roundRect">
            <a:avLst>
              <a:gd name="adj" fmla="val 11667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2276856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Servizio indagini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· stato · budget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187952" y="2057400"/>
            <a:ext cx="3017520" cy="1097280"/>
          </a:xfrm>
          <a:prstGeom prst="roundRect">
            <a:avLst>
              <a:gd name="adj" fmla="val 11667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0" y="2276856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TypeScript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JSON-RPC / stdio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229600" y="2057400"/>
            <a:ext cx="3383280" cy="1097280"/>
          </a:xfrm>
          <a:prstGeom prst="roundRect">
            <a:avLst>
              <a:gd name="adj" fmla="val 11667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30768" y="2276856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+ PTC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modello self-hosted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3017520" cy="1097280"/>
          </a:xfrm>
          <a:prstGeom prst="roundRect">
            <a:avLst>
              <a:gd name="adj" fmla="val 11667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4014216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InspectX adapter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→ FAZ / FMG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187952" y="3794760"/>
            <a:ext cx="3017520" cy="1097280"/>
          </a:xfrm>
          <a:prstGeom prst="roundRect">
            <a:avLst>
              <a:gd name="adj" fmla="val 11667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0" y="4014216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+ KB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 · fatti versionati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229600" y="3794760"/>
            <a:ext cx="3383280" cy="1097280"/>
          </a:xfrm>
          <a:prstGeom prst="roundRect">
            <a:avLst>
              <a:gd name="adj" fmla="val 11667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30768" y="4014216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log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gh-genai-traces → Phoenix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3639312" y="2606040"/>
            <a:ext cx="457200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296912" y="2606040"/>
            <a:ext cx="84124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875520" y="3246120"/>
            <a:ext cx="0" cy="429768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 flipH="1">
            <a:off x="7223760" y="3108960"/>
            <a:ext cx="1005840" cy="64008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 flipH="1">
            <a:off x="3611880" y="3127248"/>
            <a:ext cx="4663440" cy="630936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777240" y="55412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Evidenze canoniche + registro casi: riferimenti condivisi, proprietari distinti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FLUSSO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percorso di una singola indagine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2534717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827325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10205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010205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Ipotesi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813402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106010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88890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288890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PTC + tool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7092086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384694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67574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567574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Controprove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9370771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663379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46259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846259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548640" y="4160520"/>
            <a:ext cx="11064240" cy="1737360"/>
          </a:xfrm>
          <a:prstGeom prst="roundRect">
            <a:avLst>
              <a:gd name="adj" fmla="val 7368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4672" y="4416552"/>
            <a:ext cx="10552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modello decide quale prova discrimina le ipotesi. InspectX misura; PTC compone. Un risultato ambiguo ritorna al modello prima di un nuovo piano.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IMPLEMENTAZIONE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Comporre PTC nel profilo SDK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47672"/>
            <a:ext cx="7315200" cy="4224528"/>
          </a:xfrm>
          <a:prstGeom prst="roundRect">
            <a:avLst>
              <a:gd name="adj" fmla="val 3030"/>
            </a:avLst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167128"/>
            <a:ext cx="685800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'@deepseek-ai/dsh-tools'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mode: ptc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maxParallelSubCalls: 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'@deepseek-ai/dsh-code-runtime'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'@deepseek-ai/dsh-code-runtime-worker-thread'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computeMs: 60000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maxWallMs: 600000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maxOutputBytes: 67108864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maxOldGenerationSizeMb: 512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11312" y="2029968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parziale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11312" y="2926080"/>
            <a:ext cx="34015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reale; concorrenza 4 illustrativa, da calibrare.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Integrare bundle InspectX, KB, skill e overlay traces.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secops-sdk è un profilo da creare.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IMPLEMENTAZIONE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Avvio SDK: processo e sessione espliciti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47672"/>
            <a:ext cx="7315200" cy="4224528"/>
          </a:xfrm>
          <a:prstGeom prst="roundRect">
            <a:avLst>
              <a:gd name="adj" fmla="val 3030"/>
            </a:avLst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167128"/>
            <a:ext cx="685800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DeepSeekHarness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'@deepseek-ai/dsh-sdk-client'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using harness = new DeepSeekHarness({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profile: 'sdk',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patches: ['/opt/secops/secops.cordis.yml'],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dshHome: '/var/lib/secops/case-001',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cwd: '/work/case-001',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provider: 'local-qwen',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model: 'chat-model',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maxTokens: 16_384,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result = await harness.run(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'/secops-investigation Analizza il caso 001',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sessionId: 'case-001' 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11312" y="2029968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esistente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11312" y="2926080"/>
            <a:ext cx="34015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e route illustrativi: devono essere installati e registrati.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SDK + runtime del fork + plugin + InspectX.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dossier viene validato dal tool di consegna.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servizio completa il ciclo di vita SDK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processo per caso attivo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809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iniziale: cancellazione circoscritta e metadata di lancio coerenti.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Serializzare gli input della stessa sessione.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32816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4761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run() → receipt-to-idle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54761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finalResponse è l’ultimo testo root nell’intervallo.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non prova un dossier valido né causalità esclusiva del prompt.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10768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713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Supervisore esterno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32713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 caso e teardown dell’intero job.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Nessuna cancellazione wire per prompt; close interessa il runtime posseduto.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REALIZZARE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di dominio: componibili e tipizzati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84248"/>
            <a:ext cx="3268980" cy="483489"/>
          </a:xfrm>
          <a:prstGeom prst="roundRect">
            <a:avLst>
              <a:gd name="adj" fmla="val 2647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2093976"/>
            <a:ext cx="3026664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proposto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40480" y="1984248"/>
            <a:ext cx="3634740" cy="483489"/>
          </a:xfrm>
          <a:prstGeom prst="roundRect">
            <a:avLst>
              <a:gd name="adj" fmla="val 2647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68496" y="2093976"/>
            <a:ext cx="3392424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Operazione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98080" y="1984248"/>
            <a:ext cx="4091940" cy="483489"/>
          </a:xfrm>
          <a:prstGeom prst="roundRect">
            <a:avLst>
              <a:gd name="adj" fmla="val 2647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26096" y="2093976"/>
            <a:ext cx="3849624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utile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467737"/>
            <a:ext cx="3268980" cy="451485"/>
          </a:xfrm>
          <a:prstGeom prst="roundRect">
            <a:avLst>
              <a:gd name="adj" fmla="val 28354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2577465"/>
            <a:ext cx="3026664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secops_compile_query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840480" y="2467737"/>
            <a:ext cx="3634740" cy="451485"/>
          </a:xfrm>
          <a:prstGeom prst="roundRect">
            <a:avLst>
              <a:gd name="adj" fmla="val 28354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68496" y="2577465"/>
            <a:ext cx="3392424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 → query entro scope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498080" y="2467737"/>
            <a:ext cx="4091940" cy="451485"/>
          </a:xfrm>
          <a:prstGeom prst="roundRect">
            <a:avLst>
              <a:gd name="adj" fmla="val 28354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26096" y="2577465"/>
            <a:ext cx="3849624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Periodo effettivo, limiti, avvisi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2951226"/>
            <a:ext cx="3268980" cy="451485"/>
          </a:xfrm>
          <a:prstGeom prst="roundRect">
            <a:avLst>
              <a:gd name="adj" fmla="val 28354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" y="3060954"/>
            <a:ext cx="3026664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secops_collect_logs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840480" y="2951226"/>
            <a:ext cx="3634740" cy="451485"/>
          </a:xfrm>
          <a:prstGeom prst="roundRect">
            <a:avLst>
              <a:gd name="adj" fmla="val 28354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968496" y="3060954"/>
            <a:ext cx="3392424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Acquisizione con budget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498080" y="2951226"/>
            <a:ext cx="4091940" cy="451485"/>
          </a:xfrm>
          <a:prstGeom prst="roundRect">
            <a:avLst>
              <a:gd name="adj" fmla="val 28354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26096" y="3060954"/>
            <a:ext cx="3849624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evidenceId + metadata + campione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3434715"/>
            <a:ext cx="3268980" cy="451485"/>
          </a:xfrm>
          <a:prstGeom prst="roundRect">
            <a:avLst>
              <a:gd name="adj" fmla="val 28354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656" y="3544443"/>
            <a:ext cx="3026664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secops_analyze_evidence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840480" y="3434715"/>
            <a:ext cx="3634740" cy="451485"/>
          </a:xfrm>
          <a:prstGeom prst="roundRect">
            <a:avLst>
              <a:gd name="adj" fmla="val 28354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968496" y="3544443"/>
            <a:ext cx="3392424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 e filtri deterministici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498080" y="3434715"/>
            <a:ext cx="4091940" cy="451485"/>
          </a:xfrm>
          <a:prstGeom prst="roundRect">
            <a:avLst>
              <a:gd name="adj" fmla="val 28354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26096" y="3544443"/>
            <a:ext cx="3849624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Valori + selezione + riferimenti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3918204"/>
            <a:ext cx="3268980" cy="451485"/>
          </a:xfrm>
          <a:prstGeom prst="roundRect">
            <a:avLst>
              <a:gd name="adj" fmla="val 28354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6656" y="4027932"/>
            <a:ext cx="3026664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secops_read_evidence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840480" y="3918204"/>
            <a:ext cx="3634740" cy="451485"/>
          </a:xfrm>
          <a:prstGeom prst="roundRect">
            <a:avLst>
              <a:gd name="adj" fmla="val 28354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968496" y="4027932"/>
            <a:ext cx="3392424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Finestra limitata di un export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498080" y="3918204"/>
            <a:ext cx="4091940" cy="451485"/>
          </a:xfrm>
          <a:prstGeom prst="roundRect">
            <a:avLst>
              <a:gd name="adj" fmla="val 28354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626096" y="4027932"/>
            <a:ext cx="3849624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Righe/campi richiesti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48640" y="4401693"/>
            <a:ext cx="3268980" cy="451485"/>
          </a:xfrm>
          <a:prstGeom prst="roundRect">
            <a:avLst>
              <a:gd name="adj" fmla="val 28354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76656" y="4511421"/>
            <a:ext cx="3026664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secops_lookup_knowledge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3840480" y="4401693"/>
            <a:ext cx="3634740" cy="451485"/>
          </a:xfrm>
          <a:prstGeom prst="roundRect">
            <a:avLst>
              <a:gd name="adj" fmla="val 28354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968496" y="4511421"/>
            <a:ext cx="3392424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Chiavi / query + tempo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7498080" y="4401693"/>
            <a:ext cx="4091940" cy="451485"/>
          </a:xfrm>
          <a:prstGeom prst="roundRect">
            <a:avLst>
              <a:gd name="adj" fmla="val 28354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626096" y="4511421"/>
            <a:ext cx="3849624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Fatti, fonte, revisione, conflitti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548640" y="4885182"/>
            <a:ext cx="3268980" cy="451485"/>
          </a:xfrm>
          <a:prstGeom prst="roundRect">
            <a:avLst>
              <a:gd name="adj" fmla="val 28354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76656" y="4994910"/>
            <a:ext cx="3026664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secops_get_config_context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3840480" y="4885182"/>
            <a:ext cx="3634740" cy="451485"/>
          </a:xfrm>
          <a:prstGeom prst="roundRect">
            <a:avLst>
              <a:gd name="adj" fmla="val 28354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968496" y="4994910"/>
            <a:ext cx="3392424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Lookup FMG ammesso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7498080" y="4885182"/>
            <a:ext cx="4091940" cy="451485"/>
          </a:xfrm>
          <a:prstGeom prst="roundRect">
            <a:avLst>
              <a:gd name="adj" fmla="val 28354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626096" y="4994910"/>
            <a:ext cx="3849624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Contesto e validità conosciuta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548640" y="5368671"/>
            <a:ext cx="3268980" cy="451485"/>
          </a:xfrm>
          <a:prstGeom prst="roundRect">
            <a:avLst>
              <a:gd name="adj" fmla="val 28354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76656" y="5478399"/>
            <a:ext cx="3026664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secops_submit_findings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3840480" y="5368671"/>
            <a:ext cx="3634740" cy="451485"/>
          </a:xfrm>
          <a:prstGeom prst="roundRect">
            <a:avLst>
              <a:gd name="adj" fmla="val 28354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968496" y="5478399"/>
            <a:ext cx="3392424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Consegna strutturata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7498080" y="5368671"/>
            <a:ext cx="4091940" cy="451485"/>
          </a:xfrm>
          <a:prstGeom prst="roundRect">
            <a:avLst>
              <a:gd name="adj" fmla="val 28354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626096" y="5478399"/>
            <a:ext cx="3849624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Validazione e registrazione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FLUSSO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InspectX conserva il calcolo canonico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validato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2534717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827325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10205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010205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argv fisso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813402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106010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88890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288890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InspectX CLI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7092086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384694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67574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567574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+ metadata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9370771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663379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46259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846259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ID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548640" y="4160520"/>
            <a:ext cx="11064240" cy="1737360"/>
          </a:xfrm>
          <a:prstGeom prst="roundRect">
            <a:avLst>
              <a:gd name="adj" fmla="val 7368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4672" y="4416552"/>
            <a:ext cx="10552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Adapter: eseguibile pin, nessuna interpolazione shell, scope autorevole, output validato. AbortSignal e deadline devono raggiungere il processo e il lavoro remoto posseduto.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IMPLEMENTAZIONE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InspectX: acquisire, calcolare, ispezionare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47672"/>
            <a:ext cx="7315200" cy="4224528"/>
          </a:xfrm>
          <a:prstGeom prst="roundRect">
            <a:avLst>
              <a:gd name="adj" fmla="val 3030"/>
            </a:avLst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167128"/>
            <a:ext cx="685800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inspectx logs search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--address 192.0.2.10 --direction either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--protocol tcp --port 443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--device plant-a --device plant-b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--vdom root --since 1h --dry-run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inspectx analyze traffic.json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--address 192.0.2.10 --field action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--sum sentbyte --timeline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inspectx open traffic.json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--offset 100 --limit 20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--fields itime,devname,vd,srcip,dstip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11312" y="2029968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 CLI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11312" y="2926080"/>
            <a:ext cx="34015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Indirizzo e alias sintetici.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servizio risolve il periodo una volta e conserva quello effettivo.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modello usa evidence ID; l’adapter risolve i path.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condizioni che rendono i dati utilizzabili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84248"/>
            <a:ext cx="2857500" cy="552559"/>
          </a:xfrm>
          <a:prstGeom prst="roundRect">
            <a:avLst>
              <a:gd name="adj" fmla="val 2316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2093976"/>
            <a:ext cx="261518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Segnale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29000" y="1984248"/>
            <a:ext cx="3954780" cy="552559"/>
          </a:xfrm>
          <a:prstGeom prst="roundRect">
            <a:avLst>
              <a:gd name="adj" fmla="val 2316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57016" y="2093976"/>
            <a:ext cx="371246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Interpretazione corretta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06640" y="1984248"/>
            <a:ext cx="4183380" cy="552559"/>
          </a:xfrm>
          <a:prstGeom prst="roundRect">
            <a:avLst>
              <a:gd name="adj" fmla="val 2316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34656" y="2093976"/>
            <a:ext cx="394106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Regola dell’agente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536807"/>
            <a:ext cx="285750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2646535"/>
            <a:ext cx="261518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0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29000" y="2536807"/>
            <a:ext cx="395478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57016" y="2646535"/>
            <a:ext cx="37124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 riuscito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406640" y="2536807"/>
            <a:ext cx="418338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34656" y="2646535"/>
            <a:ext cx="39410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Leggere completeness e warnings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089366"/>
            <a:ext cx="285750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" y="3199094"/>
            <a:ext cx="261518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/ partial / unknown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429000" y="3089366"/>
            <a:ext cx="395478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57016" y="3199094"/>
            <a:ext cx="37124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Completezza dell’acquisizione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406640" y="3089366"/>
            <a:ext cx="418338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34656" y="3199094"/>
            <a:ext cx="39410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Propagare limiti a ogni derivato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3641925"/>
            <a:ext cx="285750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656" y="3751653"/>
            <a:ext cx="261518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senza metadata finale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429000" y="3641925"/>
            <a:ext cx="395478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57016" y="3751653"/>
            <a:ext cx="37124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interrotto o non attestato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406640" y="3641925"/>
            <a:ext cx="418338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534656" y="3751653"/>
            <a:ext cx="39410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promuovere a complete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4194483"/>
            <a:ext cx="285750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6656" y="4304211"/>
            <a:ext cx="261518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 come stringhe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429000" y="4194483"/>
            <a:ext cx="395478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57016" y="4304211"/>
            <a:ext cx="37124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 potenzialmente oltre 2^53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406640" y="4194483"/>
            <a:ext cx="418338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534656" y="4304211"/>
            <a:ext cx="39410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BigInt interno; stringhe in JSON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48640" y="4747042"/>
            <a:ext cx="285750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76656" y="4856770"/>
            <a:ext cx="261518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Sorgente + selezione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3429000" y="4747042"/>
            <a:ext cx="395478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557016" y="4856770"/>
            <a:ext cx="37124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e filtro sono distinti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7406640" y="4747042"/>
            <a:ext cx="418338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534656" y="4856770"/>
            <a:ext cx="39410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Conservare entrambi i metadata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548640" y="5299601"/>
            <a:ext cx="285750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76656" y="5409329"/>
            <a:ext cx="261518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FAZ complete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3429000" y="5299601"/>
            <a:ext cx="395478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557016" y="5409329"/>
            <a:ext cx="37124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Recupero completato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7406640" y="5299601"/>
            <a:ext cx="418338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534656" y="5409329"/>
            <a:ext cx="39410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prova logging/retention completi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PTC: dove migliora il lavoro analitico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Composizione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809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Stessa procedura su molti host; join su chiavi composte; approfondimenti condizionali.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Concorrenza limitata per fonte.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32816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4761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Contesto utile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54761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 nel programma; al modello risultati selezionati, copertura e riferimenti.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Nessuna perdita silenziosa di controprove.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10768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713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Errori verificabili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32713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Controlli su cardinalità, missing, precisione e conservazione delle somme.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Nuovo worker per programma; stato durevole nello storage.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IMPLEMENTAZIONE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PTC: elaborare senza nascondere i limiti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47672"/>
            <a:ext cx="7315200" cy="4224528"/>
          </a:xfrm>
          <a:prstGeom prst="roundRect">
            <a:avLst>
              <a:gd name="adj" fmla="val 3030"/>
            </a:avLst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167128"/>
            <a:ext cx="685800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refs = ['ev-plant-a', 'ev-plant-b'];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coverage = [];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sent = 0n;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evidenceId of refs)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 = await tools.secops_analyze_evidence({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evidenceId, metric: 'sum_sentbyte'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coverage.push({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evidenceId, completeness: a.completeness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sent += BigInt(a.sentBytes);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metric: 'sentbyte sui record selezionati',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sentBytes: sent.toString(), coverage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11312" y="2029968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proposto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11312" y="2926080"/>
            <a:ext cx="34015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 sequenziale minimo, non il programma completo d’indagine.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 export devono avere unità e selezioni confrontabili, senza sovrapposizioni non risolte.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FLUSSO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programma per ogni domanda quantitativa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2534717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827325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10205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010205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813402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106010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88890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288890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KB/FMG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7092086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384694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67574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567574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 mirata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9370771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663379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46259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846259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Ritorno al modello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548640" y="4160520"/>
            <a:ext cx="11064240" cy="1737360"/>
          </a:xfrm>
          <a:prstGeom prst="roundRect">
            <a:avLst>
              <a:gd name="adj" fmla="val 7368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4672" y="4416552"/>
            <a:ext cx="10552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alto → backup autorizzato, aggiornamento o possibile esfiltrazione? Confrontare calendario, ruolo host, destinazione, servizi e policy. Restituire le ambiguità prima di decidere la prossima acquisizione.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CONOSCENZA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Know-how: tre fonti con ruoli distinti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→ metodo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809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scegliere prove e controprove.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Semantica network, NAT, egress, segmentazione e controlli.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32816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4761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→ organizzazione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54761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Plant, asset, coppie HA, interfacce, owner e flussi attesi.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Fatti versionati e validi nel tempo.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10768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713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Evidenze → osservazioni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32713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FAZ, snapshot FMG, query e trasformazioni.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flusso frequente non diventa autorizzato per frequenza.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IMPLEMENTAZIONE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Montare skill che raggiungano il modello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47672"/>
            <a:ext cx="7315200" cy="4224528"/>
          </a:xfrm>
          <a:prstGeom prst="roundRect">
            <a:avLst>
              <a:gd name="adj" fmla="val 3030"/>
            </a:avLst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167128"/>
            <a:ext cx="685800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'@deepseek-ai/dsh-skill-filesystem'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customSkillDirs: ['/opt/secops/skills/r1']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includeDefaultRoots: false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watch: false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/opt/secops/skills/r1/secops-investigation/SKILL.md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secops-investigation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Indagini di traffico con prove e limiti.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Risolvi scope, identità e tempo.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Formula ipotesi e prove discriminanti.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Misura; confronta atteso/configurato/osservato.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Cerca controprove; consegna evidenze e limiti.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11312" y="2029968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Composizione reale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11312" y="2926080"/>
            <a:ext cx="34015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Richiede dsh-skill e dsh-tool-skill.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Aggiornare le righe esistenti del profilo.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Montare una revisione immutabile: watch:false non congela il file.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REALIZZARE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prima libreria investigativa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84248"/>
            <a:ext cx="3131820" cy="644652"/>
          </a:xfrm>
          <a:prstGeom prst="roundRect">
            <a:avLst>
              <a:gd name="adj" fmla="val 1985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2093976"/>
            <a:ext cx="288950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proposta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703320" y="1984248"/>
            <a:ext cx="3954780" cy="644652"/>
          </a:xfrm>
          <a:prstGeom prst="roundRect">
            <a:avLst>
              <a:gd name="adj" fmla="val 1985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31336" y="2093976"/>
            <a:ext cx="371246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Conoscenza operativa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680960" y="1984248"/>
            <a:ext cx="3909060" cy="644652"/>
          </a:xfrm>
          <a:prstGeom prst="roundRect">
            <a:avLst>
              <a:gd name="adj" fmla="val 1985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08976" y="2093976"/>
            <a:ext cx="366674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 di qualità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28900"/>
            <a:ext cx="313182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2738628"/>
            <a:ext cx="288950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secops-investigation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703320" y="2628900"/>
            <a:ext cx="395478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31336" y="2738628"/>
            <a:ext cx="371246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Ipotesi, prove, controprove, limiti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680960" y="2628900"/>
            <a:ext cx="390906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08976" y="2738628"/>
            <a:ext cx="366674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ricostruibile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273552"/>
            <a:ext cx="313182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" y="3383280"/>
            <a:ext cx="288950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network-egress-analysis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703320" y="3273552"/>
            <a:ext cx="395478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31336" y="3383280"/>
            <a:ext cx="371246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WAN, NAT, DNS/proxy, byte e direzione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680960" y="3273552"/>
            <a:ext cx="390906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08976" y="3383280"/>
            <a:ext cx="366674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Niente equivalenze IP pubblico = WAN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3918204"/>
            <a:ext cx="313182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656" y="4027932"/>
            <a:ext cx="288950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east-west-segmentation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703320" y="3918204"/>
            <a:ext cx="395478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31336" y="4027932"/>
            <a:ext cx="371246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Zone, percorsi e dipendenze tra plant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680960" y="3918204"/>
            <a:ext cx="390906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08976" y="4027932"/>
            <a:ext cx="366674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Confronto con flussi attesi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4562856"/>
            <a:ext cx="313182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6656" y="4672584"/>
            <a:ext cx="288950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fortinet-evidence-semantics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703320" y="4562856"/>
            <a:ext cx="395478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831336" y="4672584"/>
            <a:ext cx="371246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Campi, scope, tempi, FAZ vs FMG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680960" y="4562856"/>
            <a:ext cx="390906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808976" y="4672584"/>
            <a:ext cx="366674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Niente policy storica inventata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48640" y="5207508"/>
            <a:ext cx="313182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76656" y="5317236"/>
            <a:ext cx="288950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security-control-assessment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3703320" y="5207508"/>
            <a:ext cx="395478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831336" y="5317236"/>
            <a:ext cx="371246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nominato + prove richieste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7680960" y="5207508"/>
            <a:ext cx="390906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808976" y="5317236"/>
            <a:ext cx="366674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Soddisfatto / violato / non determinabile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AZIENDALE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coppie HA: identità e tempo prima dei join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3456432" cy="1261872"/>
          </a:xfrm>
          <a:prstGeom prst="roundRect">
            <a:avLst>
              <a:gd name="adj" fmla="val 10145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2331720"/>
            <a:ext cx="305409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funzione · owner · calendario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52544" y="2084832"/>
            <a:ext cx="3456432" cy="1261872"/>
          </a:xfrm>
          <a:prstGeom prst="roundRect">
            <a:avLst>
              <a:gd name="adj" fmla="val 10145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53712" y="2331720"/>
            <a:ext cx="305409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ruolo · IP con validità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156448" y="2084832"/>
            <a:ext cx="3456432" cy="1261872"/>
          </a:xfrm>
          <a:prstGeom prst="roundRect">
            <a:avLst>
              <a:gd name="adj" fmla="val 10145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57616" y="2331720"/>
            <a:ext cx="305409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FLUSSO ATTESO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servizio · eccezione · owner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48640" y="3895344"/>
            <a:ext cx="3456432" cy="1261872"/>
          </a:xfrm>
          <a:prstGeom prst="roundRect">
            <a:avLst>
              <a:gd name="adj" fmla="val 10145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4142232"/>
            <a:ext cx="305409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HA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membri · seriali · failover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352544" y="3895344"/>
            <a:ext cx="3456432" cy="1261872"/>
          </a:xfrm>
          <a:prstGeom prst="roundRect">
            <a:avLst>
              <a:gd name="adj" fmla="val 10145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53712" y="4142232"/>
            <a:ext cx="305409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/ VDOM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interfacce · zone · reti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156448" y="3895344"/>
            <a:ext cx="3456432" cy="1261872"/>
          </a:xfrm>
          <a:prstGeom prst="roundRect">
            <a:avLst>
              <a:gd name="adj" fmla="val 10145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57616" y="4142232"/>
            <a:ext cx="305409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VERSIONATA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validFrom · validTo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4023360" y="2743200"/>
            <a:ext cx="274320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827264" y="2743200"/>
            <a:ext cx="274320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2276856" y="3410712"/>
            <a:ext cx="0" cy="393192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023360" y="4535424"/>
            <a:ext cx="274320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827264" y="4535424"/>
            <a:ext cx="274320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coppie ≠ 12 plant ≠ 24 fonti indipendenti</a:t>
            </a:r>
            <a:endParaRPr lang="en-US" sz="2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/ INVARIANTI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Normalizzazione: conservare ciò che distingue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Identità composta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809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logico + device grezzo + VDOM + policy + tempo.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con assegnazione storica; NAT pre/post esplicito.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32816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4761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e osservazioni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54761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Preservare membro fisico e fonte.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 solo con regola verificata sui log, non dalla membership HA.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10768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713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Lookup prima del retrieval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32713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CIDR, chiavi e validità: ricerca esatta.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Manuali e runbook: retrieval citato e versionato.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Conflitti esposti al modello.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RAGIONAMENTO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Previsto, configurato, osservato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PREVISTO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809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Matrice aziendale approvata.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OT → servizio backup, finestra 22–02, owner nominato.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32816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4761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CONFIGURATO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54761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FMG con scope e data.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corrente distinta dalla versione installata o storica.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10768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713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OSSERVATO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32713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FAZ: flussi, periodo, punti di osservazione e completezza.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Confronto con eccezioni e calendario.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plant conserva la propria copertura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84248"/>
            <a:ext cx="2720340" cy="773582"/>
          </a:xfrm>
          <a:prstGeom prst="roundRect">
            <a:avLst>
              <a:gd name="adj" fmla="val 1654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2093976"/>
            <a:ext cx="2478024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sintetica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1984248"/>
            <a:ext cx="2811780" cy="773582"/>
          </a:xfrm>
          <a:prstGeom prst="roundRect">
            <a:avLst>
              <a:gd name="adj" fmla="val 1654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19856" y="2093976"/>
            <a:ext cx="2569464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Raccolta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26480" y="1984248"/>
            <a:ext cx="2720340" cy="773582"/>
          </a:xfrm>
          <a:prstGeom prst="roundRect">
            <a:avLst>
              <a:gd name="adj" fmla="val 1654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54496" y="2093976"/>
            <a:ext cx="2478024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Conoscenza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869680" y="1984248"/>
            <a:ext cx="2720340" cy="773582"/>
          </a:xfrm>
          <a:prstGeom prst="roundRect">
            <a:avLst>
              <a:gd name="adj" fmla="val 1654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97696" y="2093976"/>
            <a:ext cx="2478024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Conseguenza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2757830"/>
            <a:ext cx="2720340" cy="741578"/>
          </a:xfrm>
          <a:prstGeom prst="roundRect">
            <a:avLst>
              <a:gd name="adj" fmla="val 17263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" y="2867558"/>
            <a:ext cx="247802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A / cluster A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291840" y="2757830"/>
            <a:ext cx="2811780" cy="741578"/>
          </a:xfrm>
          <a:prstGeom prst="roundRect">
            <a:avLst>
              <a:gd name="adj" fmla="val 17263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19856" y="2867558"/>
            <a:ext cx="256946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nel periodo 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26480" y="2757830"/>
            <a:ext cx="2720340" cy="741578"/>
          </a:xfrm>
          <a:prstGeom prst="roundRect">
            <a:avLst>
              <a:gd name="adj" fmla="val 17263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54496" y="2867558"/>
            <a:ext cx="247802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 e ruoli confermati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869680" y="2757830"/>
            <a:ext cx="2720340" cy="741578"/>
          </a:xfrm>
          <a:prstGeom prst="roundRect">
            <a:avLst>
              <a:gd name="adj" fmla="val 17263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997696" y="2867558"/>
            <a:ext cx="247802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Conclusioni entro visibilità nota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3531413"/>
            <a:ext cx="2720340" cy="741578"/>
          </a:xfrm>
          <a:prstGeom prst="roundRect">
            <a:avLst>
              <a:gd name="adj" fmla="val 17263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6656" y="3641141"/>
            <a:ext cx="247802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B / cluster B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3291840" y="3531413"/>
            <a:ext cx="2811780" cy="741578"/>
          </a:xfrm>
          <a:prstGeom prst="roundRect">
            <a:avLst>
              <a:gd name="adj" fmla="val 17263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19856" y="3641141"/>
            <a:ext cx="256946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Partial: cap raggiunto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126480" y="3531413"/>
            <a:ext cx="2720340" cy="741578"/>
          </a:xfrm>
          <a:prstGeom prst="roundRect">
            <a:avLst>
              <a:gd name="adj" fmla="val 17263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54496" y="3641141"/>
            <a:ext cx="247802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e subnet confermati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869680" y="3531413"/>
            <a:ext cx="2720340" cy="741578"/>
          </a:xfrm>
          <a:prstGeom prst="roundRect">
            <a:avLst>
              <a:gd name="adj" fmla="val 17263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997696" y="3641141"/>
            <a:ext cx="247802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Approfondire o limitare il finding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4304995"/>
            <a:ext cx="2720340" cy="741578"/>
          </a:xfrm>
          <a:prstGeom prst="roundRect">
            <a:avLst>
              <a:gd name="adj" fmla="val 17263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6656" y="4414723"/>
            <a:ext cx="247802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Membro HA secondario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291840" y="4304995"/>
            <a:ext cx="2811780" cy="741578"/>
          </a:xfrm>
          <a:prstGeom prst="roundRect">
            <a:avLst>
              <a:gd name="adj" fmla="val 17263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19856" y="4414723"/>
            <a:ext cx="256946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Ruolo nel periodo incerto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126480" y="4304995"/>
            <a:ext cx="2720340" cy="741578"/>
          </a:xfrm>
          <a:prstGeom prst="roundRect">
            <a:avLst>
              <a:gd name="adj" fmla="val 17263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54496" y="4414723"/>
            <a:ext cx="247802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Failover da riconciliare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869680" y="4304995"/>
            <a:ext cx="2720340" cy="741578"/>
          </a:xfrm>
          <a:prstGeom prst="roundRect">
            <a:avLst>
              <a:gd name="adj" fmla="val 17263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997696" y="4414723"/>
            <a:ext cx="247802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Preservare raw ID; niente deduplica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48640" y="5078578"/>
            <a:ext cx="2720340" cy="741578"/>
          </a:xfrm>
          <a:prstGeom prst="roundRect">
            <a:avLst>
              <a:gd name="adj" fmla="val 17263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76656" y="5188306"/>
            <a:ext cx="247802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storica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3291840" y="5078578"/>
            <a:ext cx="2811780" cy="741578"/>
          </a:xfrm>
          <a:prstGeom prst="roundRect">
            <a:avLst>
              <a:gd name="adj" fmla="val 17263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419856" y="5188306"/>
            <a:ext cx="256946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non disponibile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6126480" y="5078578"/>
            <a:ext cx="2720340" cy="741578"/>
          </a:xfrm>
          <a:prstGeom prst="roundRect">
            <a:avLst>
              <a:gd name="adj" fmla="val 17263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54496" y="5188306"/>
            <a:ext cx="247802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FMG corrente disponibile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8869680" y="5078578"/>
            <a:ext cx="2720340" cy="741578"/>
          </a:xfrm>
          <a:prstGeom prst="roundRect">
            <a:avLst>
              <a:gd name="adj" fmla="val 17263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997696" y="5188306"/>
            <a:ext cx="247802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Stato passato non determinabile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FLUSSO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gh-genai-traces: parte della prima verticale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Indagine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2534717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827325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10205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010205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+ prove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813402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106010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88890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288890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7092086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384694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67574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567574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9370771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663379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46259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846259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Revisione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548640" y="4160520"/>
            <a:ext cx="11064240" cy="1737360"/>
          </a:xfrm>
          <a:prstGeom prst="roundRect">
            <a:avLst>
              <a:gd name="adj" fmla="val 7368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4672" y="4416552"/>
            <a:ext cx="10552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Riutilizzare cattura, replay, annotazioni e curation del plugin. Ogni errore diventa un caso per confrontare tool mode, skill, KB o route. Training differito.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OSSERVABILITÀ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 finding alla sub-call: catena verificabile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76272"/>
            <a:ext cx="2560320" cy="1508760"/>
          </a:xfrm>
          <a:prstGeom prst="roundRect">
            <a:avLst>
              <a:gd name="adj" fmla="val 8485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/ ATTEMPT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0540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applicativo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145536" y="2907792"/>
            <a:ext cx="182880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383280" y="2176272"/>
            <a:ext cx="2560320" cy="1508760"/>
          </a:xfrm>
          <a:prstGeom prst="roundRect">
            <a:avLst>
              <a:gd name="adj" fmla="val 8485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6616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/ TURN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566160" y="30540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canonico DSH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80176" y="2907792"/>
            <a:ext cx="182880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217920" y="2176272"/>
            <a:ext cx="2560320" cy="1508760"/>
          </a:xfrm>
          <a:prstGeom prst="roundRect">
            <a:avLst>
              <a:gd name="adj" fmla="val 8485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RUN_CODE / SUB-CALL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00800" y="30540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codice + argomenti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814816" y="2907792"/>
            <a:ext cx="182880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052560" y="2176272"/>
            <a:ext cx="2560320" cy="1508760"/>
          </a:xfrm>
          <a:prstGeom prst="roundRect">
            <a:avLst>
              <a:gd name="adj" fmla="val 8485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3544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/ FINDING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235440" y="30540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+ hash + risultato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94360" y="41879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trace per turno; un caso può attraversare più trace.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594360" y="4965192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Collegare revisioni DSH / InspectX / adapter, route / modello / template, skill / KB.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campi SecOps sono da integrare: non sono tutti automatici nel plugin.</a:t>
            </a:r>
            <a:endParaRPr lang="en-US" sz="1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GH-GENAI-TRACES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Trace, prove e giudizio hanno compiti distinti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Cattura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809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Contenuti possono essere oscurati, troncati, omessi.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export nello storage, riferimenti e hash nel trace.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32816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4761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Consegna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54761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 OTLP non prova persistenza Phoenix.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limitate: diagnosticare perdita; replay dal log in progetto separato.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10768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713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Valutazione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32713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Thumbs-up = preferenza umana.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Review: correttezza, supporto, copertura, profondità e controprove.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IMPLEMENTAZIONE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Dossier: schema applicativo e riferimenti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47672"/>
            <a:ext cx="7315200" cy="4224528"/>
          </a:xfrm>
          <a:prstGeom prst="roundRect">
            <a:avLst>
              <a:gd name="adj" fmla="val 3030"/>
            </a:avLst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167128"/>
            <a:ext cx="685800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"caseId": "case-001", "attemptId": "a-01",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"partial",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"scopeRevision": "scope-r1",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"knowledgeRevision": "kb-r7",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"findings": [{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"id": "f-01",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"observation": "Flusso fuori finestra attesa",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"evidenceIds": ["ev-plant-a"],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"analysisId": "analysis-03",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"knowledgeRefs": ["flow-backup@r7"],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"alternatives": ["Manutenzione non censita"],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"nextCheck": "Verificare calendario con owner"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"limitations": ["Plant B: acquisizione parziale"]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11312" y="2029968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proposto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11312" y="2926080"/>
            <a:ext cx="34015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Validare struttura, riferimenti, scope e calcoli.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secops_submit_findings registra il risultato accettato.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valido non prova correttezza semantica.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 archivi, quattro responsabilità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5394960" cy="1883664"/>
          </a:xfrm>
          <a:prstGeom prst="roundRect">
            <a:avLst>
              <a:gd name="adj" fmla="val 67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2240280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casi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8096" y="2926080"/>
            <a:ext cx="49560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Scope, versioni, attempt, stato e dossier accettato.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Proprietario: servizio SecOps.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17920" y="2029968"/>
            <a:ext cx="5394960" cy="1883664"/>
          </a:xfrm>
          <a:prstGeom prst="roundRect">
            <a:avLst>
              <a:gd name="adj" fmla="val 67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37376" y="2240280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log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437376" y="2926080"/>
            <a:ext cx="49560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model-visible, tool e risultati; checkpoint e recupero.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Proprietario: DSH.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48640" y="4187952"/>
            <a:ext cx="5394960" cy="1883664"/>
          </a:xfrm>
          <a:prstGeom prst="roundRect">
            <a:avLst>
              <a:gd name="adj" fmla="val 67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4398264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Archivio evidenze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68096" y="5084064"/>
            <a:ext cx="49560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Export, metadata, query, trasformazioni e derivati.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Proprietario: dominio SecOps.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217920" y="4187952"/>
            <a:ext cx="5394960" cy="1883664"/>
          </a:xfrm>
          <a:prstGeom prst="roundRect">
            <a:avLst>
              <a:gd name="adj" fmla="val 67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37376" y="4398264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 / trace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6437376" y="5084064"/>
            <a:ext cx="49560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Navigazione, annotazioni, diagnosi e selezione eval.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Proprietario: pipeline gh-genai-traces.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FLUSSO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Recupero: distinguere fallimento e incertezza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Persisti scope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2534717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827325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10205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010205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Avvia attempt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813402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106010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88890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288890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Acquisisci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7092086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384694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67574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567574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dossier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9370771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663379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46259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846259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Accetta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548640" y="4160520"/>
            <a:ext cx="11064240" cy="1737360"/>
          </a:xfrm>
          <a:prstGeom prst="roundRect">
            <a:avLst>
              <a:gd name="adj" fmla="val 7368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4672" y="4416552"/>
            <a:ext cx="10552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dopo un task remoto senza risultato: esito sconosciuto. Riconciliare task/evidenze prima del retry; una nuova acquisizione resta un nuovo tentativo con provenienza.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IMPLEMENTARE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deterministici e revisione finale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84248"/>
            <a:ext cx="2491740" cy="552559"/>
          </a:xfrm>
          <a:prstGeom prst="roundRect">
            <a:avLst>
              <a:gd name="adj" fmla="val 2316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2093976"/>
            <a:ext cx="224942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/ owner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063240" y="1984248"/>
            <a:ext cx="4732020" cy="552559"/>
          </a:xfrm>
          <a:prstGeom prst="roundRect">
            <a:avLst>
              <a:gd name="adj" fmla="val 2316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91256" y="2093976"/>
            <a:ext cx="448970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Condizione eseguibile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818120" y="1984248"/>
            <a:ext cx="3771900" cy="552559"/>
          </a:xfrm>
          <a:prstGeom prst="roundRect">
            <a:avLst>
              <a:gd name="adj" fmla="val 2316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46136" y="2093976"/>
            <a:ext cx="352958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Esito negativo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536807"/>
            <a:ext cx="249174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2646535"/>
            <a:ext cx="22494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 · Servizio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063240" y="2536807"/>
            <a:ext cx="473202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91256" y="2646535"/>
            <a:ext cx="448970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Scope, timezone, identità e revisioni risolti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818120" y="2536807"/>
            <a:ext cx="377190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46136" y="2646535"/>
            <a:ext cx="352958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needs-input; nessuna acquisizione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089366"/>
            <a:ext cx="249174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" y="3199094"/>
            <a:ext cx="22494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· Adapter / guard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063240" y="3089366"/>
            <a:ext cx="473202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191256" y="3199094"/>
            <a:ext cx="448970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⊆ scope; budget riservato; fonte ammessa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818120" y="3089366"/>
            <a:ext cx="377190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46136" y="3199094"/>
            <a:ext cx="352958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 con motivo e next action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3641925"/>
            <a:ext cx="249174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656" y="3751653"/>
            <a:ext cx="22494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 · Acquisizione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063240" y="3641925"/>
            <a:ext cx="473202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191256" y="3751653"/>
            <a:ext cx="448970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Schema, metadata finale, hash e limiti coerenti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818120" y="3641925"/>
            <a:ext cx="377190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46136" y="3751653"/>
            <a:ext cx="352958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Quarantena / partial / riconciliazione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4194483"/>
            <a:ext cx="249174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6656" y="4304211"/>
            <a:ext cx="22494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 · Analisi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063240" y="4194483"/>
            <a:ext cx="473202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91256" y="4304211"/>
            <a:ext cx="448970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Join, unità, cardinalità e somme verificati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818120" y="4194483"/>
            <a:ext cx="377190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46136" y="4304211"/>
            <a:ext cx="352958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 non accettata; errore strutturato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48640" y="4747042"/>
            <a:ext cx="249174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76656" y="4856770"/>
            <a:ext cx="22494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 · Consegna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3063240" y="4747042"/>
            <a:ext cx="473202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191256" y="4856770"/>
            <a:ext cx="448970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ID esistenti; scope e coverage coerenti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7818120" y="4747042"/>
            <a:ext cx="377190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946136" y="4856770"/>
            <a:ext cx="352958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Riparazione limitata o dossier rejected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548640" y="5299601"/>
            <a:ext cx="249174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76656" y="5409329"/>
            <a:ext cx="22494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umana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3063240" y="5299601"/>
            <a:ext cx="473202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191256" y="5409329"/>
            <a:ext cx="448970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Interpretazione e controprove adeguate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7818120" y="5299601"/>
            <a:ext cx="377190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946136" y="5409329"/>
            <a:ext cx="352958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Revisione; nuovo caso di eval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FLUSSO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Dove applicare i gate dentro DSH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input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2534717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827325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10205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010205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pre-execute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813402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106010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88890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288890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monotono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7092086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384694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67574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567574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9370771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663379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46259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846259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finale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548640" y="4160520"/>
            <a:ext cx="11064240" cy="1737360"/>
          </a:xfrm>
          <a:prstGeom prst="roundRect">
            <a:avLst>
              <a:gd name="adj" fmla="val 7368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4672" y="4416552"/>
            <a:ext cx="10552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e guard bloccano prima della chiamata; l’adapter valida output e salva prove; il tool di consegna verifica i riferimenti. Ogni sub-call PTC attraversa la pipeline dei binding.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IMPLEMENTAZIONE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analitico: rendere verificabili i join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47672"/>
            <a:ext cx="7315200" cy="4224528"/>
          </a:xfrm>
          <a:prstGeom prst="roundRect">
            <a:avLst>
              <a:gd name="adj" fmla="val 3030"/>
            </a:avLst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167128"/>
            <a:ext cx="685800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JoinAudit =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expected: number; matched: number;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missing: number; ambiguous: number;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sourceBytes: bigint; joinedBytes: bigint;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validateJoin(a: JoinAudit): string[]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errors: string[] = [];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(a.expected !== a.matched + a.missing)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errors.push('COVERAGE_MISMATCH');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(a.ambiguous &gt; 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errors.push('AMBIGUOUS_IDENTITY');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(a.sourceBytes !== a.joinedBytes)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errors.push('BYTE_CONSERVATION_FAILED');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errors;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11312" y="2029968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 proposto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11312" y="2926080"/>
            <a:ext cx="34015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join di arricchimento 1:1 che conserva le righe.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rimane esplicito. Join many-to-many o filtri richiedono invarianti diversi.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numerici validati al parser.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RESILIENZA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Retry: classificare prima di ripetere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84248"/>
            <a:ext cx="3451860" cy="552559"/>
          </a:xfrm>
          <a:prstGeom prst="roundRect">
            <a:avLst>
              <a:gd name="adj" fmla="val 2316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2093976"/>
            <a:ext cx="320954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di esito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023360" y="1984248"/>
            <a:ext cx="4640580" cy="552559"/>
          </a:xfrm>
          <a:prstGeom prst="roundRect">
            <a:avLst>
              <a:gd name="adj" fmla="val 2316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51376" y="2093976"/>
            <a:ext cx="439826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Azione proposta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0" y="1984248"/>
            <a:ext cx="2903220" cy="552559"/>
          </a:xfrm>
          <a:prstGeom prst="roundRect">
            <a:avLst>
              <a:gd name="adj" fmla="val 2316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14816" y="2093976"/>
            <a:ext cx="266090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Proprietario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536807"/>
            <a:ext cx="345186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2646535"/>
            <a:ext cx="320954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Transiente, dispatch noto sicuro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023360" y="2536807"/>
            <a:ext cx="464058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51376" y="2646535"/>
            <a:ext cx="43982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bounded + backoff + jitter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686800" y="2536807"/>
            <a:ext cx="290322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14816" y="2646535"/>
            <a:ext cx="266090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della fonte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089366"/>
            <a:ext cx="345186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" y="3199094"/>
            <a:ext cx="320954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dopo invio task FAZ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023360" y="3089366"/>
            <a:ext cx="464058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51376" y="3199094"/>
            <a:ext cx="43982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Riconcilia taskId / export; no invio cieco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686800" y="3089366"/>
            <a:ext cx="290322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814816" y="3199094"/>
            <a:ext cx="266090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+ registro operazioni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3641925"/>
            <a:ext cx="345186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656" y="3751653"/>
            <a:ext cx="320954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o query non valida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023360" y="3641925"/>
            <a:ext cx="464058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51376" y="3751653"/>
            <a:ext cx="43982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 tipizzato; revisione argomenti limitata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686800" y="3641925"/>
            <a:ext cx="290322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814816" y="3751653"/>
            <a:ext cx="266090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Modello + tool validator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4194483"/>
            <a:ext cx="345186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6656" y="4304211"/>
            <a:ext cx="320954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PTC syntax / invariant failure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4023360" y="4194483"/>
            <a:ext cx="464058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151376" y="4304211"/>
            <a:ext cx="43982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Nuovo programma; riuso prove già acquisite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8686800" y="4194483"/>
            <a:ext cx="290322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814816" y="4304211"/>
            <a:ext cx="266090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agente; budget riparazioni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48640" y="4747042"/>
            <a:ext cx="345186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76656" y="4856770"/>
            <a:ext cx="320954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dati / fonte partial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4023360" y="4747042"/>
            <a:ext cx="464058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151376" y="4856770"/>
            <a:ext cx="43982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Nuovo piano o consegna partial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8686800" y="4747042"/>
            <a:ext cx="290322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814816" y="4856770"/>
            <a:ext cx="266090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+ policy caso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548640" y="5299601"/>
            <a:ext cx="345186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76656" y="5409329"/>
            <a:ext cx="320954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/ scope deny / cancel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4023360" y="5299601"/>
            <a:ext cx="464058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151376" y="5409329"/>
            <a:ext cx="43982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Stop; needs-input o stato terminale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8686800" y="5299601"/>
            <a:ext cx="290322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814816" y="5409329"/>
            <a:ext cx="266090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Servizio e supervisore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RESILIENZA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Backoff e ammissione: retry senza tempeste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6675120" cy="1865376"/>
          </a:xfrm>
          <a:prstGeom prst="roundRect">
            <a:avLst>
              <a:gd name="adj" fmla="val 6863"/>
            </a:avLst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478024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BE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 = max(retryAfter,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6BE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U(0, min(cap, base × 2^attempt)))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589520" y="2029968"/>
            <a:ext cx="4023360" cy="1865376"/>
          </a:xfrm>
          <a:prstGeom prst="roundRect">
            <a:avLst>
              <a:gd name="adj" fmla="val 6863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2258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del retry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818120" y="288950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residuo ≥ delay + deadline chiamata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Tentativi &lt; limite configurato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94360" y="437083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owner del retry per operazione. Concorrenza e circuit breaker per fonte/account; una fonte degradata non blocca automaticamente gli altri plant.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594360" y="55961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Persistire nextAttemptAt e motivo; il supervisore può annullare anche l’attesa.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FLUSSO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applicativi e commit del dossier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persistito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2534717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827325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10205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010205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 / reconcile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813402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106010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88890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288890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sealed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7092086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384694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67574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567574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verified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9370771" y="2898648"/>
            <a:ext cx="246888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663379" y="2157984"/>
            <a:ext cx="1949501" cy="1572768"/>
          </a:xfrm>
          <a:prstGeom prst="roundRect">
            <a:avLst>
              <a:gd name="adj" fmla="val 8140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46259" y="2331720"/>
            <a:ext cx="158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846259" y="2770632"/>
            <a:ext cx="15837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dossier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548640" y="4160520"/>
            <a:ext cx="11064240" cy="1737360"/>
          </a:xfrm>
          <a:prstGeom prst="roundRect">
            <a:avLst>
              <a:gd name="adj" fmla="val 7368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4672" y="4416552"/>
            <a:ext cx="10552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Persistire operazione e scope prima del dispatch. Pubblicare l’evidenza solo dopo metadata e checksum; accettare il dossier con compare-and-swap sulla revisione del caso e chiave di consegna stabile.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CONTROLLO DELLA RICERCA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Profondità controllata: piano, prove, arresto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Piano investigativo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809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Ipotesi con evidence ID e domande irrisolte.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nuovo tool deve discriminare un’ipotesi o colmare una lacuna dichiarata.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32816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4761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Arresto verificabile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54761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Budget/deadline, ripetizione della stessa query senza nuova evidenza, fonti indisponibili.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Uscita partial o needs-input con lavoro residuo.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10768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713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Specialisti mirati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32713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Protocollo, topologia/policy, controipotesi.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Evidenze condivise; budget e output tipizzati; lead riconcilia disaccordi.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ACCETTAZIONE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injection: dimostrare le proprietà operative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84248"/>
            <a:ext cx="3634740" cy="552559"/>
          </a:xfrm>
          <a:prstGeom prst="roundRect">
            <a:avLst>
              <a:gd name="adj" fmla="val 2316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2093976"/>
            <a:ext cx="339242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Guasto iniettato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984248"/>
            <a:ext cx="4640580" cy="552559"/>
          </a:xfrm>
          <a:prstGeom prst="roundRect">
            <a:avLst>
              <a:gd name="adj" fmla="val 2316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34256" y="2093976"/>
            <a:ext cx="439826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Proprietà verificata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869680" y="1984248"/>
            <a:ext cx="2720340" cy="552559"/>
          </a:xfrm>
          <a:prstGeom prst="roundRect">
            <a:avLst>
              <a:gd name="adj" fmla="val 2316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97696" y="2093976"/>
            <a:ext cx="247802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Esito osservabile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536807"/>
            <a:ext cx="363474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2646535"/>
            <a:ext cx="33924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dopo submit FAZ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06240" y="2536807"/>
            <a:ext cx="464058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34256" y="2646535"/>
            <a:ext cx="43982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 nuovo task prima della riconciliazione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869680" y="2536807"/>
            <a:ext cx="272034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997696" y="2646535"/>
            <a:ext cx="24780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→ stato riconciliato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089366"/>
            <a:ext cx="363474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" y="3199094"/>
            <a:ext cx="33924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dopo export, prima del risultato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206240" y="3089366"/>
            <a:ext cx="464058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34256" y="3199094"/>
            <a:ext cx="43982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Riuso solo di evidenza sealed verificata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869680" y="3089366"/>
            <a:ext cx="272034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997696" y="3199094"/>
            <a:ext cx="24780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Nuovo attempt, provenienza conservata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3641925"/>
            <a:ext cx="363474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656" y="3751653"/>
            <a:ext cx="33924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su un plant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206240" y="3641925"/>
            <a:ext cx="464058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34256" y="3751653"/>
            <a:ext cx="43982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bounded e isolamento della fonte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869680" y="3641925"/>
            <a:ext cx="272034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997696" y="3751653"/>
            <a:ext cx="24780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Altri plant proseguono entro budget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4194483"/>
            <a:ext cx="363474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6656" y="4304211"/>
            <a:ext cx="33924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Doppio submit del dossier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4206240" y="4194483"/>
            <a:ext cx="464058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334256" y="4304211"/>
            <a:ext cx="43982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atomico e chiave stabile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8869680" y="4194483"/>
            <a:ext cx="272034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997696" y="4304211"/>
            <a:ext cx="24780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risultato; conflitto se payload diverso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48640" y="4747042"/>
            <a:ext cx="363474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76656" y="4856770"/>
            <a:ext cx="33924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durante wait o run_code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4206240" y="4747042"/>
            <a:ext cx="464058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334256" y="4856770"/>
            <a:ext cx="43982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Teardown del job + stop nuovi dispatch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8869680" y="4747042"/>
            <a:ext cx="272034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997696" y="4856770"/>
            <a:ext cx="24780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cancelled; remoto incerto esplicito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548640" y="5299601"/>
            <a:ext cx="363474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76656" y="5409329"/>
            <a:ext cx="33924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Trace/export interrotto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4206240" y="5299601"/>
            <a:ext cx="464058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334256" y="5409329"/>
            <a:ext cx="439826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Nessuna completezza inventata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8869680" y="5299601"/>
            <a:ext cx="272034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997696" y="5409329"/>
            <a:ext cx="24780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Diagnostica, riferimenti e replay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ESECUZIONE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per livello di esecuzione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84248"/>
            <a:ext cx="2400300" cy="773582"/>
          </a:xfrm>
          <a:prstGeom prst="roundRect">
            <a:avLst>
              <a:gd name="adj" fmla="val 1654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2093976"/>
            <a:ext cx="2157984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Livello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971800" y="1984248"/>
            <a:ext cx="4549140" cy="773582"/>
          </a:xfrm>
          <a:prstGeom prst="roundRect">
            <a:avLst>
              <a:gd name="adj" fmla="val 1654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99816" y="2093976"/>
            <a:ext cx="4306824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Controlli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543800" y="1984248"/>
            <a:ext cx="4046220" cy="773582"/>
          </a:xfrm>
          <a:prstGeom prst="roundRect">
            <a:avLst>
              <a:gd name="adj" fmla="val 1654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71816" y="2093976"/>
            <a:ext cx="3803904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non garantisce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757830"/>
            <a:ext cx="2400300" cy="741578"/>
          </a:xfrm>
          <a:prstGeom prst="roundRect">
            <a:avLst>
              <a:gd name="adj" fmla="val 17263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2867558"/>
            <a:ext cx="215798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/ supervisore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971800" y="2757830"/>
            <a:ext cx="4549140" cy="741578"/>
          </a:xfrm>
          <a:prstGeom prst="roundRect">
            <a:avLst>
              <a:gd name="adj" fmla="val 17263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99816" y="2867558"/>
            <a:ext cx="430682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Deadline, token totali, storage, GPU time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543800" y="2757830"/>
            <a:ext cx="4046220" cy="741578"/>
          </a:xfrm>
          <a:prstGeom prst="roundRect">
            <a:avLst>
              <a:gd name="adj" fmla="val 17263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71816" y="2867558"/>
            <a:ext cx="380390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maxTokens SDK non è cap per caso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531413"/>
            <a:ext cx="2400300" cy="741578"/>
          </a:xfrm>
          <a:prstGeom prst="roundRect">
            <a:avLst>
              <a:gd name="adj" fmla="val 17263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" y="3641141"/>
            <a:ext cx="215798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 / adapter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971800" y="3531413"/>
            <a:ext cx="4549140" cy="741578"/>
          </a:xfrm>
          <a:prstGeom prst="roundRect">
            <a:avLst>
              <a:gd name="adj" fmla="val 17263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099816" y="3641141"/>
            <a:ext cx="430682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Richieste, righe, byte, concorrenza per apparato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543800" y="3531413"/>
            <a:ext cx="4046220" cy="741578"/>
          </a:xfrm>
          <a:prstGeom prst="roundRect">
            <a:avLst>
              <a:gd name="adj" fmla="val 17263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71816" y="3641141"/>
            <a:ext cx="380390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lock HTTP non governa tutta la query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4304995"/>
            <a:ext cx="2400300" cy="741578"/>
          </a:xfrm>
          <a:prstGeom prst="roundRect">
            <a:avLst>
              <a:gd name="adj" fmla="val 17263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656" y="4414723"/>
            <a:ext cx="215798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PTC / runtime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2971800" y="4304995"/>
            <a:ext cx="4549140" cy="741578"/>
          </a:xfrm>
          <a:prstGeom prst="roundRect">
            <a:avLst>
              <a:gd name="adj" fmla="val 17263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099816" y="4414723"/>
            <a:ext cx="430682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Compute, wall time, heap, output, sub-call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543800" y="4304995"/>
            <a:ext cx="4046220" cy="741578"/>
          </a:xfrm>
          <a:prstGeom prst="roundRect">
            <a:avLst>
              <a:gd name="adj" fmla="val 17263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71816" y="4414723"/>
            <a:ext cx="380390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worker non elimina processi figli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5078578"/>
            <a:ext cx="2400300" cy="741578"/>
          </a:xfrm>
          <a:prstGeom prst="roundRect">
            <a:avLst>
              <a:gd name="adj" fmla="val 17263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6656" y="5188306"/>
            <a:ext cx="215798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/ ammissione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2971800" y="5078578"/>
            <a:ext cx="4549140" cy="741578"/>
          </a:xfrm>
          <a:prstGeom prst="roundRect">
            <a:avLst>
              <a:gd name="adj" fmla="val 17263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099816" y="5188306"/>
            <a:ext cx="430682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Step, retry, richieste ausiliarie contabilizzati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543800" y="5078578"/>
            <a:ext cx="4046220" cy="741578"/>
          </a:xfrm>
          <a:prstGeom prst="roundRect">
            <a:avLst>
              <a:gd name="adj" fmla="val 17263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671816" y="5188306"/>
            <a:ext cx="3803904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turn-stopping non è guard per ogni step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ESECUZIONE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protetto: dare a PTC le capacità utili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6995160" cy="4087368"/>
          </a:xfrm>
          <a:prstGeom prst="roundRect">
            <a:avLst>
              <a:gd name="adj" fmla="val 313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26771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isolato per indagine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2960" y="3035808"/>
            <a:ext cx="6400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+ worker PTC + workspace dedicato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/ RAM / processi / disco / deadline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 KB pin · evidenze in lettura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separata per derivati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Teardown dell’intero gruppo di processi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909560" y="2011680"/>
            <a:ext cx="3703320" cy="1691640"/>
          </a:xfrm>
          <a:prstGeom prst="roundRect">
            <a:avLst>
              <a:gd name="adj" fmla="val 7568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8160" y="2331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InspectX locale isolato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broker esterno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101584" y="4096512"/>
            <a:ext cx="33375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se credenziali e sessioni Fortinet devono restare fuori dal job.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Egress limitato alle fonti necessarie; capacità analitiche mantenute.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589520" y="2862072"/>
            <a:ext cx="256032" cy="0"/>
          </a:xfrm>
          <a:prstGeom prst="line">
            <a:avLst/>
          </a:prstGeom>
          <a:noFill/>
          <a:ln w="20320">
            <a:solidFill>
              <a:srgbClr val="6BE3BF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QUALITÀ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il risultato decide la modalità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84248"/>
            <a:ext cx="2308860" cy="644652"/>
          </a:xfrm>
          <a:prstGeom prst="roundRect">
            <a:avLst>
              <a:gd name="adj" fmla="val 1985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2093976"/>
            <a:ext cx="206654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880360" y="1984248"/>
            <a:ext cx="4640580" cy="644652"/>
          </a:xfrm>
          <a:prstGeom prst="roundRect">
            <a:avLst>
              <a:gd name="adj" fmla="val 1985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08376" y="2093976"/>
            <a:ext cx="439826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543800" y="1984248"/>
            <a:ext cx="4046220" cy="644652"/>
          </a:xfrm>
          <a:prstGeom prst="roundRect">
            <a:avLst>
              <a:gd name="adj" fmla="val 1985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71816" y="2093976"/>
            <a:ext cx="380390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28900"/>
            <a:ext cx="230886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2738628"/>
            <a:ext cx="206654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Correttezza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880360" y="2628900"/>
            <a:ext cx="464058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08376" y="2738628"/>
            <a:ext cx="439826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Calcoli, semantica, nessuna attribuzione falsa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543800" y="2628900"/>
            <a:ext cx="404622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71816" y="2738628"/>
            <a:ext cx="380390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/ PTC / both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273552"/>
            <a:ext cx="230886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" y="3383280"/>
            <a:ext cx="206654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Supporto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880360" y="3273552"/>
            <a:ext cx="464058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008376" y="3383280"/>
            <a:ext cx="439826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→ prove → trasformazioni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543800" y="3273552"/>
            <a:ext cx="404622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71816" y="3383280"/>
            <a:ext cx="380390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Stessi export e revisioni KB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3918204"/>
            <a:ext cx="230886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656" y="4027932"/>
            <a:ext cx="206654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Copertura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2880360" y="3918204"/>
            <a:ext cx="464058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008376" y="4027932"/>
            <a:ext cx="439826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Domanda, plant, fonti e unknown espliciti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543800" y="3918204"/>
            <a:ext cx="404622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71816" y="4027932"/>
            <a:ext cx="380390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 partial nascosto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4562856"/>
            <a:ext cx="230886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6656" y="4672584"/>
            <a:ext cx="206654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Profondità utile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2880360" y="4562856"/>
            <a:ext cx="464058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008376" y="4672584"/>
            <a:ext cx="439826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e prove discriminanti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543800" y="4562856"/>
            <a:ext cx="404622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671816" y="4672584"/>
            <a:ext cx="380390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network esperta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48640" y="5207508"/>
            <a:ext cx="230886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76656" y="5317236"/>
            <a:ext cx="206654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Efficienza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2880360" y="5207508"/>
            <a:ext cx="464058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008376" y="5317236"/>
            <a:ext cx="439826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Latenza, token, richieste, retry, righe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7543800" y="5207508"/>
            <a:ext cx="404622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671816" y="5317236"/>
            <a:ext cx="380390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Dopo la qualità; più run per variante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SET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che devono mettere in difficoltà l’agente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84248"/>
            <a:ext cx="3086100" cy="552559"/>
          </a:xfrm>
          <a:prstGeom prst="roundRect">
            <a:avLst>
              <a:gd name="adj" fmla="val 2316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2093976"/>
            <a:ext cx="284378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0" y="1984248"/>
            <a:ext cx="3817620" cy="552559"/>
          </a:xfrm>
          <a:prstGeom prst="roundRect">
            <a:avLst>
              <a:gd name="adj" fmla="val 2316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85616" y="2093976"/>
            <a:ext cx="357530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 da rilevare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98080" y="1984248"/>
            <a:ext cx="4091940" cy="552559"/>
          </a:xfrm>
          <a:prstGeom prst="roundRect">
            <a:avLst>
              <a:gd name="adj" fmla="val 2316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26096" y="2093976"/>
            <a:ext cx="384962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Risposta attesa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536807"/>
            <a:ext cx="308610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2646535"/>
            <a:ext cx="284378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Failover + doppia osservazione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657600" y="2536807"/>
            <a:ext cx="381762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85616" y="2646535"/>
            <a:ext cx="357530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 automatica dei membri HA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498080" y="2536807"/>
            <a:ext cx="409194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26096" y="2646535"/>
            <a:ext cx="38496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Provenienza e deduplica giustificata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089366"/>
            <a:ext cx="308610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" y="3199094"/>
            <a:ext cx="284378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parziale + plant completo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657600" y="3089366"/>
            <a:ext cx="381762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85616" y="3199094"/>
            <a:ext cx="357530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 globale assoluta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498080" y="3089366"/>
            <a:ext cx="409194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26096" y="3199094"/>
            <a:ext cx="38496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Copertura distinta e limite esplicito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3641925"/>
            <a:ext cx="308610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656" y="3751653"/>
            <a:ext cx="284378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riassegnato / NAT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657600" y="3641925"/>
            <a:ext cx="381762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785616" y="3751653"/>
            <a:ext cx="357530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Identità storica errata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498080" y="3641925"/>
            <a:ext cx="409194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26096" y="3751653"/>
            <a:ext cx="38496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Lookup temporale e identità pre/post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4194483"/>
            <a:ext cx="308610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6656" y="4304211"/>
            <a:ext cx="284378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fuori orario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657600" y="4194483"/>
            <a:ext cx="381762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785616" y="4304211"/>
            <a:ext cx="357530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Esfiltrazione affermata dal volume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498080" y="4194483"/>
            <a:ext cx="409194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626096" y="4304211"/>
            <a:ext cx="38496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+ verifica calendario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48640" y="4747042"/>
            <a:ext cx="308610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76656" y="4856770"/>
            <a:ext cx="284378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FMG corrente, evento passato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3657600" y="4747042"/>
            <a:ext cx="381762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785616" y="4856770"/>
            <a:ext cx="357530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storica presunta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7498080" y="4747042"/>
            <a:ext cx="409194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626096" y="4856770"/>
            <a:ext cx="38496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determinabile o fonte storica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548640" y="5299601"/>
            <a:ext cx="308610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76656" y="5409329"/>
            <a:ext cx="284378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ostile / trace troncato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3657600" y="5299601"/>
            <a:ext cx="381762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785616" y="5409329"/>
            <a:ext cx="357530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Istruzioni dai dati; prova mancante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7498080" y="5299601"/>
            <a:ext cx="409194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626096" y="5409329"/>
            <a:ext cx="38496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non autorevoli; cattura segnalata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PIANO DI COSTRUZIONE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Implementazione: incrementi con accettazione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84248"/>
            <a:ext cx="2720340" cy="552559"/>
          </a:xfrm>
          <a:prstGeom prst="roundRect">
            <a:avLst>
              <a:gd name="adj" fmla="val 2316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2093976"/>
            <a:ext cx="247802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Incremento / owner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1984248"/>
            <a:ext cx="3909060" cy="552559"/>
          </a:xfrm>
          <a:prstGeom prst="roundRect">
            <a:avLst>
              <a:gd name="adj" fmla="val 2316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19856" y="2093976"/>
            <a:ext cx="366674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Consegna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223760" y="1984248"/>
            <a:ext cx="4366260" cy="552559"/>
          </a:xfrm>
          <a:prstGeom prst="roundRect">
            <a:avLst>
              <a:gd name="adj" fmla="val 2316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51776" y="2093976"/>
            <a:ext cx="412394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di uscita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536807"/>
            <a:ext cx="272034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2646535"/>
            <a:ext cx="24780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AI + Network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291840" y="2536807"/>
            <a:ext cx="390906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19856" y="2646535"/>
            <a:ext cx="366674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Scope, modello KB e casi congelati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223760" y="2536807"/>
            <a:ext cx="436626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51776" y="2646535"/>
            <a:ext cx="412394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Plant/HA/tempo/expected flow confermati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089366"/>
            <a:ext cx="272034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" y="3199094"/>
            <a:ext cx="24780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CLI + AI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291840" y="3089366"/>
            <a:ext cx="390906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19856" y="3199094"/>
            <a:ext cx="366674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Adapter, gate e retry InspectX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223760" y="3089366"/>
            <a:ext cx="436626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51776" y="3199094"/>
            <a:ext cx="412394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Metadata, scope e failure handling verificati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3641925"/>
            <a:ext cx="272034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656" y="3751653"/>
            <a:ext cx="24780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AI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291840" y="3641925"/>
            <a:ext cx="390906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419856" y="3751653"/>
            <a:ext cx="366674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+ PTC + skill + KB + stato caso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223760" y="3641925"/>
            <a:ext cx="436626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51776" y="3751653"/>
            <a:ext cx="412394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validato; fault injection superata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4194483"/>
            <a:ext cx="272034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6656" y="4304211"/>
            <a:ext cx="24780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Tracing + AI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291840" y="4194483"/>
            <a:ext cx="390906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19856" y="4304211"/>
            <a:ext cx="366674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Correlazione SecOps gh-genai-traces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223760" y="4194483"/>
            <a:ext cx="436626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351776" y="4304211"/>
            <a:ext cx="412394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navigabile fino alla sub-call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48640" y="4747042"/>
            <a:ext cx="272034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76656" y="4856770"/>
            <a:ext cx="24780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Network + AI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3291840" y="4747042"/>
            <a:ext cx="390906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419856" y="4856770"/>
            <a:ext cx="366674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native / PTC / both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7223760" y="4747042"/>
            <a:ext cx="4366260" cy="520555"/>
          </a:xfrm>
          <a:prstGeom prst="roundRect">
            <a:avLst>
              <a:gd name="adj" fmla="val 2459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351776" y="4856770"/>
            <a:ext cx="412394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Errori analizzati; variante scelta sui dossier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548640" y="5299601"/>
            <a:ext cx="272034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76656" y="5409329"/>
            <a:ext cx="247802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Operations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3291840" y="5299601"/>
            <a:ext cx="390906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419856" y="5409329"/>
            <a:ext cx="366674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Piano pilota e capacità ambiente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7223760" y="5299601"/>
            <a:ext cx="4366260" cy="520555"/>
          </a:xfrm>
          <a:prstGeom prst="roundRect">
            <a:avLst>
              <a:gd name="adj" fmla="val 24592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351776" y="5409329"/>
            <a:ext cx="4123944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pronta; deployment separato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prima accettazione end-to-end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Eseguibile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809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avvia la composizione; PTC usa tool e skill; InspectX restituisce dati canonici; KB risolve identità e tempo.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32816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4761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Verificabile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54761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validato; partial conservati; finding → evidence → query → programma → trace.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e teardown provati offline.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107680" y="2029968"/>
            <a:ext cx="3505200" cy="3913632"/>
          </a:xfrm>
          <a:prstGeom prst="roundRect">
            <a:avLst>
              <a:gd name="adj" fmla="val 3652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7136" y="2240280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Valutabile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327136" y="2926080"/>
            <a:ext cx="30662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Esperto network rivede conclusioni e controprove.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ripetibile confronta modalità e revisioni.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 training o deployment in questa fase.</a:t>
            </a:r>
            <a:endParaRPr lang="en-US" sz="1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0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Riferimenti e perimetro delle affermazioni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428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/ SECOPS ENGINEERING   ·   11.09.2026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373368"/>
            <a:ext cx="530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84248"/>
            <a:ext cx="2903220" cy="644652"/>
          </a:xfrm>
          <a:prstGeom prst="roundRect">
            <a:avLst>
              <a:gd name="adj" fmla="val 1985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2093976"/>
            <a:ext cx="266090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74720" y="1984248"/>
            <a:ext cx="4549140" cy="644652"/>
          </a:xfrm>
          <a:prstGeom prst="roundRect">
            <a:avLst>
              <a:gd name="adj" fmla="val 1985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02736" y="2093976"/>
            <a:ext cx="430682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Autorità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46720" y="1984248"/>
            <a:ext cx="3543300" cy="644652"/>
          </a:xfrm>
          <a:prstGeom prst="roundRect">
            <a:avLst>
              <a:gd name="adj" fmla="val 19858"/>
            </a:avLst>
          </a:prstGeom>
          <a:solidFill>
            <a:srgbClr val="3B515B"/>
          </a:solidFill>
          <a:ln w="12700">
            <a:solidFill>
              <a:srgbClr val="3B51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74736" y="2093976"/>
            <a:ext cx="330098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28900"/>
            <a:ext cx="290322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2738628"/>
            <a:ext cx="266090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REPORT.md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74720" y="2628900"/>
            <a:ext cx="454914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02736" y="2738628"/>
            <a:ext cx="430682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Percorso SecOps proposto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046720" y="2628900"/>
            <a:ext cx="354330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74736" y="2738628"/>
            <a:ext cx="330098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Decisioni e backlog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273552"/>
            <a:ext cx="290322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" y="3383280"/>
            <a:ext cx="266090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SLIDE-REVIEW.md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474720" y="3273552"/>
            <a:ext cx="454914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02736" y="3383280"/>
            <a:ext cx="430682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Revisione dei due deck originali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046720" y="3273552"/>
            <a:ext cx="354330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74736" y="3383280"/>
            <a:ext cx="330098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Correzioni e limiti delle evidenze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3918204"/>
            <a:ext cx="290322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656" y="4027932"/>
            <a:ext cx="266090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77b16a8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474720" y="3918204"/>
            <a:ext cx="454914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02736" y="4027932"/>
            <a:ext cx="430682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SDK/tools/PTC/skill + architettura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046720" y="3918204"/>
            <a:ext cx="354330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74736" y="4027932"/>
            <a:ext cx="330098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API, composizione e lifecycle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4562856"/>
            <a:ext cx="290322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6656" y="4672584"/>
            <a:ext cx="266090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InspectX 384c670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474720" y="4562856"/>
            <a:ext cx="454914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02736" y="4672584"/>
            <a:ext cx="430682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investigations + development contracts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8046720" y="4562856"/>
            <a:ext cx="3543300" cy="612648"/>
          </a:xfrm>
          <a:prstGeom prst="roundRect">
            <a:avLst>
              <a:gd name="adj" fmla="val 20896"/>
            </a:avLst>
          </a:prstGeom>
          <a:solidFill>
            <a:srgbClr val="101C22"/>
          </a:solidFill>
          <a:ln w="12700">
            <a:solidFill>
              <a:srgbClr val="101C2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74736" y="4672584"/>
            <a:ext cx="330098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Comandi e semantica dei dati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48640" y="5207508"/>
            <a:ext cx="290322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76656" y="5317236"/>
            <a:ext cx="266090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E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gh-genai-traces README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3474720" y="5207508"/>
            <a:ext cx="454914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602736" y="5317236"/>
            <a:ext cx="430682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Mapping, overlay, replay, feedback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8046720" y="5207508"/>
            <a:ext cx="3543300" cy="612648"/>
          </a:xfrm>
          <a:prstGeom prst="roundRect">
            <a:avLst>
              <a:gd name="adj" fmla="val 20896"/>
            </a:avLst>
          </a:prstGeom>
          <a:solidFill>
            <a:srgbClr val="1C2D35"/>
          </a:solidFill>
          <a:ln w="12700">
            <a:solidFill>
              <a:srgbClr val="1C2D3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174736" y="5317236"/>
            <a:ext cx="330098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Osservabilità e curation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DSH · Il primo agente SecOps</dc:title>
  <dc:subject>Architettura del primo agente SecOps</dc:subject>
  <dc:creator>SecOps Engineering</dc:creator>
  <cp:lastModifiedBy>SecOps Engineering</cp:lastModifiedBy>
  <cp:revision>1</cp:revision>
  <dcterms:created xsi:type="dcterms:W3CDTF">2026-09-11T20:43:47Z</dcterms:created>
  <dcterms:modified xsi:type="dcterms:W3CDTF">2026-09-11T20:43:47Z</dcterms:modified>
</cp:coreProperties>
</file>